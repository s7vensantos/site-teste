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Landing Page – Fábrica de Volantes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Demonstração visual da página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Página Inicial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Header com menu simples</a:t>
            </a:r>
          </a:p>
          <a:p>
            <a:r>
              <a:t>• Banner com frase de impacto</a:t>
            </a:r>
          </a:p>
          <a:p>
            <a:r>
              <a:t>• Botão chamativo para orçamento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Catálogo de Volantes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Lista de produtos em cards</a:t>
            </a:r>
          </a:p>
          <a:p>
            <a:r>
              <a:t>• Imagem do volante</a:t>
            </a:r>
          </a:p>
          <a:p>
            <a:r>
              <a:t>• Nome e descrição</a:t>
            </a:r>
          </a:p>
          <a:p>
            <a:r>
              <a:t>• Botão de cores (opcional)</a:t>
            </a:r>
          </a:p>
          <a:p>
            <a:r>
              <a:t>• Botão de solicitar orçamento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Contato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Botão flutuante de WhatsApp</a:t>
            </a:r>
          </a:p>
          <a:p>
            <a:r>
              <a:t>• Rodapé com telefone e e-mail</a:t>
            </a:r>
          </a:p>
          <a:p>
            <a:r>
              <a:t>• Objetivo: converter o cliente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